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6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MAS512 · Assignment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detection, tracking,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segmentation and classification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·  University of Agder  ·  Autumn 2026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4572000" cy="548640"/>
          </a:xfrm>
          <a:prstGeom prst="roundRect">
            <a:avLst>
              <a:gd name="adj" fmla="val 13333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777240" y="37490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member names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09360" y="3794760"/>
            <a:ext cx="347472" cy="347472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6720840" y="3794760"/>
            <a:ext cx="347472" cy="347472"/>
          </a:xfrm>
          <a:prstGeom prst="ellipse">
            <a:avLst/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2084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7132320" y="3794760"/>
            <a:ext cx="347472" cy="347472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88" dirty="0"/>
          </a:p>
        </p:txBody>
      </p:sp>
      <p:sp>
        <p:nvSpPr>
          <p:cNvPr id="13" name="Shape 11"/>
          <p:cNvSpPr/>
          <p:nvPr/>
        </p:nvSpPr>
        <p:spPr>
          <a:xfrm>
            <a:off x="7543800" y="3794760"/>
            <a:ext cx="347472" cy="347472"/>
          </a:xfrm>
          <a:prstGeom prst="ellipse">
            <a:avLst/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4380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988" dirty="0"/>
          </a:p>
        </p:txBody>
      </p:sp>
      <p:sp>
        <p:nvSpPr>
          <p:cNvPr id="15" name="Shape 13"/>
          <p:cNvSpPr/>
          <p:nvPr/>
        </p:nvSpPr>
        <p:spPr>
          <a:xfrm>
            <a:off x="7955280" y="3794760"/>
            <a:ext cx="347472" cy="347472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5528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988" dirty="0"/>
          </a:p>
        </p:txBody>
      </p:sp>
      <p:sp>
        <p:nvSpPr>
          <p:cNvPr id="17" name="Shape 15"/>
          <p:cNvSpPr/>
          <p:nvPr/>
        </p:nvSpPr>
        <p:spPr>
          <a:xfrm>
            <a:off x="8366760" y="3794760"/>
            <a:ext cx="347472" cy="347472"/>
          </a:xfrm>
          <a:prstGeom prst="ellipse">
            <a:avLst/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6676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988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37160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7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detection &amp; depth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YOLO on L515 frames of a swinging load; KPIs, boxes, depth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3317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0" y="137160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7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tracking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 of the load in test_swingingload.avi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3317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18872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137160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7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Multi-object segmentation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Segment, count, track persons; count inside a region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23317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92608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310896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7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3090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611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state-of-health model vs. class baseline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40690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1840" y="292608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474720" y="310896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47472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70" dirty="0"/>
          </a:p>
        </p:txBody>
      </p:sp>
      <p:sp>
        <p:nvSpPr>
          <p:cNvPr id="30" name="Text 28"/>
          <p:cNvSpPr txBox="1"/>
          <p:nvPr/>
        </p:nvSpPr>
        <p:spPr>
          <a:xfrm>
            <a:off x="4023360" y="3090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CIFAR-10 classification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3474720" y="3611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fusion, transfer learning, fine-tuning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40690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26480" y="292608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09360" y="310896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0936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70" dirty="0"/>
          </a:p>
        </p:txBody>
      </p:sp>
      <p:sp>
        <p:nvSpPr>
          <p:cNvPr id="36" name="Text 34"/>
          <p:cNvSpPr txBox="1"/>
          <p:nvPr/>
        </p:nvSpPr>
        <p:spPr>
          <a:xfrm>
            <a:off x="6858000" y="3090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Autoencoder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309360" y="3611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compression &amp; reconstruction of fault images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955280" y="40690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detection and depth estimation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3533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 swinging load in RGB frames from the Intel RealSense L515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and validate a YOLO model (YOLO_swinging_load.pt) on a 30 s recording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an independent 5 s test recording and read out depth at the load centre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118872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00600" y="1353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175564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Train/val: rgb_train_val_swingingload.avi → PNG frames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test_swingingload.avi → RGB frames + raw depth (.npy)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class: Payload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063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47472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474720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L515 video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673352" y="3474720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856232" y="347472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56232" y="3474720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72384" y="3474720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255264" y="347472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55264" y="3474720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Auto-annotate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(background subtraction)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471416" y="3474720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654296" y="347472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54296" y="3474720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/ 20 train / val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870448" y="3474720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053328" y="347472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53328" y="3474720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269480" y="3474720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7452360" y="347472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52360" y="3474720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depth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Script: Q1_ObjectDetection.py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33832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Automatic annotation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B = per-pixel median over all grayscale frames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|I − B| smoothed with Gaussian (σ = 1.5)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 with diff &gt; 55 marked as moving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(rope, shadows) removed: keep pixels within 70 px of the mean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 = extent of remaining pixels → YOLO label (class 0, normalised cx, cy, w, 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188720"/>
            <a:ext cx="2743200" cy="33832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188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&amp; training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1755648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train frames shuffled, 20 % held out for validation (seed 0)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data.yaml with train / val / test splits, 1 class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model: yolo11n.pt (pretrained on COCO)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imgsz 640, batch 32, up to 100 epochs, early stopping patience 10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weights saved as YOLO_swinging_load.pt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188720"/>
            <a:ext cx="2377440" cy="3383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13533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1755648"/>
            <a:ext cx="1920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model.val() on the test split → precision, recall, mAP50, mAP50-95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Prediction: most confident box per frame, conf ≥ 0.5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Depth: median of a 5×5 window around the box centre in the raw depth frame, × 0.00025 m/unit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Why automatic annotation: one moving object on a static background makes background subtraction reliable and saves manual labelling of hundreds of frames.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(a) — performance on the test set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0.xx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0.xx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468880" y="1965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0.xx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1965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0.xx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965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mAP50-95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51460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94360" y="251460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runs/test_eval — PR curve or F1 curve (PR_curve.png)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251460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4800600" y="251460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runs/test_eval — confusion matrix or training loss curves (results.png)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Replace 0.xx with the values printed by model.val(); n test frames = ___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(b) &amp; (c) — boxes, centres and depth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94360" y="1188720"/>
            <a:ext cx="7955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random test frames with bounding box (green) and centre (red) — the figure from the Q1 b) cell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9319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" y="3090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(c) Centre &amp; depth for all test frames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493008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detected in ___ of ___ frames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depth in ___ frames (0 = no L515 measurement)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range ___ – ___ m, full table in runs/q1c_center_depth.csv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2926080"/>
            <a:ext cx="4114800" cy="1691640"/>
          </a:xfrm>
          <a:prstGeom prst="roundRect">
            <a:avLst>
              <a:gd name="adj" fmla="val 4324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709160" y="2926080"/>
            <a:ext cx="3840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Plot: center_x / center_y and depth vs. frame (DEBUG plot) or a 5-row excerpt of the CSV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Depth is read from depth_raw/*.npy, not from the depth video, to avoid colour-map quantisation.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tracking — load trajectory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 load through every frame of test_swingingload.avi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the trajectory in the image plane, as in the reference figure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188720"/>
            <a:ext cx="274320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188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1755648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YOLO_swinging_load.pt frame by frame (conf ≥ 0.5)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load → keep the most confident box per frame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frame, time, centre (cx, cy), box size and confidence to trajectory.csv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cx vs. cy coloured by frame index (viridis) with a thin connecting line; y-axis inverted to match image coordinates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077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6446520" y="1188720"/>
            <a:ext cx="21031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tracking/trajectory.png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Result: load detected in ___ of ___ frames (___ %). Script: Q2_ObjectTracking.py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Segmentation, tracking and counting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/ class chosen: COCO / person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with several people in the scene (pedestrians.mp4)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instance segmentation, (b) counting, (c) per-instance tracking, (d) counting inside a drawn region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92040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&amp; tracker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75564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yolo11n-seg.pt — pretrained on COCO-seg, no training needed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ByteTrack (persist=True) for stable IDs across frames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class 0 (person), conf ≥ 0.4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frame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model.track()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+ boxes + IDs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953158" y="352044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136038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36038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count boxes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collect unique IDs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31997" y="352044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814877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14877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centre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(cx, cy)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310835" y="352044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93715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93715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pointPolygonTest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region?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989674" y="352044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172554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2554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region,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counters, video out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Region = upper half of the frame, defined as a polygon so it scales with the video resolution. Script: Q3_MultiObjectSegmentation.py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120640" cy="3429000"/>
          </a:xfrm>
          <a:prstGeom prst="roundRect">
            <a:avLst>
              <a:gd name="adj" fmla="val 2133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94360" y="1188720"/>
            <a:ext cx="4846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from q3_output.mp4 showing masks, track IDs, region polygon and the four counters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852160" y="12344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persons tracked (b)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23317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3017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in scene at once (b)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34290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4114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inside region (d)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Discuss: ID switches after occlusion inflate the unique count; ByteTrack vs BoT-SORT; box centre vs. feet as region test point.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 — motor state of health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fault-classification-class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ML model to determine state of health of the motor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Train/val loss, confusion matrix, classification report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Compare with the class baseline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188720"/>
            <a:ext cx="274320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188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1755648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architecture: ___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size, preprocessing: ___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Optimiser, learning rate, epochs, batch: ___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from class: ___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188720"/>
            <a:ext cx="2377440" cy="1600200"/>
          </a:xfrm>
          <a:prstGeom prst="roundRect">
            <a:avLst>
              <a:gd name="adj" fmla="val 4571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6446520" y="118872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curves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3017520"/>
            <a:ext cx="2377440" cy="1600200"/>
          </a:xfrm>
          <a:prstGeom prst="roundRect">
            <a:avLst>
              <a:gd name="adj" fmla="val 4571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6446520" y="301752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· Comparison table (params, inference time, accuracy, precision, recall, F1) on the next slide or here.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CIFAR-10 — fusion, transfer, fine-tuning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353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(a) Model fusion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pretrained backbones (MobileNetV2 + ___) as frozen feature extractors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concatenated → dense head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74720" y="1353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(b) Transfer learning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755648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(ImageNet), frozen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→ BatchNorm → dense head trained on CIFAR-10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18872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63640" y="1353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(c) Fine-tuning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755648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Unfreeze top layers of the backbone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learning rate, continue training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images resized to 96×96, batch 64, up to 30 epochs, 10 % of train as validation, seed 42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94360" y="3611880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Comparison table: accuracy · precision · recall · F1 · parameters · inference time for (a), (b), (c)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 · Fill in the second backbone used in the fusion model and the fine-tuning details from the notebook.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Autoencoder — compress and reconstruct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&amp; method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fault-classification-class, loaded as 64×64 grayscale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autoencoder: 4096 → latent 32 → 4096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50 epochs, batch 32, MSE reconstruction loss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10 random images per class: original, latent vector, reconstruction, error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188720"/>
            <a:ext cx="5303520" cy="2103120"/>
          </a:xfrm>
          <a:prstGeom prst="roundRect">
            <a:avLst>
              <a:gd name="adj" fmla="val 3478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3520440" y="118872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Grid: original → latent (32 values as bar/heat strip) → reconstruction, 10 images per class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3429000"/>
            <a:ext cx="5303520" cy="1188720"/>
          </a:xfrm>
          <a:prstGeom prst="roundRect">
            <a:avLst>
              <a:gd name="adj" fmla="val 6154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3520440" y="342900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or table: mean reconstruction error per class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 · Discuss which class reconstructs worst and why (higher-frequency texture, fewer samples, ...).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326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92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4300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 trained on auto-annotated L515 frames: mAP50 = 0.xx on unseen test video; depth read at the box centre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09928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09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92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09928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 of the load recovered in ___ % of frames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276856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92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276856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COCO segmentation + ByteTrack: ___ persons tracked, region counting works without training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843784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843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92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843784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fault classifier: ___ % accuracy vs. baseline ___ %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410712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92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1071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CIFAR-10 method: ___ (acc ___ %)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92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97764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 with 32-D latent space: mean error ___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2026-09-29T12:05:55Z</dcterms:created>
  <dcterms:modified xsi:type="dcterms:W3CDTF">2026-09-29T12:05:55Z</dcterms:modified>
</cp:coreProperties>
</file>