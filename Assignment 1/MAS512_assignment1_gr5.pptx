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MAS512 · Assignment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detection, tracking,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 and classification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·  University of Agder  ·  Autumn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7724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 names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672084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713232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88" dirty="0"/>
          </a:p>
        </p:txBody>
      </p:sp>
      <p:sp>
        <p:nvSpPr>
          <p:cNvPr id="13" name="Shape 11"/>
          <p:cNvSpPr/>
          <p:nvPr/>
        </p:nvSpPr>
        <p:spPr>
          <a:xfrm>
            <a:off x="754380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88" dirty="0"/>
          </a:p>
        </p:txBody>
      </p:sp>
      <p:sp>
        <p:nvSpPr>
          <p:cNvPr id="15" name="Shape 13"/>
          <p:cNvSpPr/>
          <p:nvPr/>
        </p:nvSpPr>
        <p:spPr>
          <a:xfrm>
            <a:off x="795528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88" dirty="0"/>
          </a:p>
        </p:txBody>
      </p:sp>
      <p:sp>
        <p:nvSpPr>
          <p:cNvPr id="17" name="Shape 15"/>
          <p:cNvSpPr/>
          <p:nvPr/>
        </p:nvSpPr>
        <p:spPr>
          <a:xfrm>
            <a:off x="836676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667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8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&amp; depth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YOLO on L515 frames of a swinging load; KPIs, boxes, depth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in test_swingingload.avi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Multi-object segmentation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count, track persons; count inside a region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state-of-health model vs. class baseline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70" dirty="0"/>
          </a:p>
        </p:txBody>
      </p:sp>
      <p:sp>
        <p:nvSpPr>
          <p:cNvPr id="30" name="Text 28"/>
          <p:cNvSpPr txBox="1"/>
          <p:nvPr/>
        </p:nvSpPr>
        <p:spPr>
          <a:xfrm>
            <a:off x="402336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classification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fusion, transfer learning, fine-tuning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0936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7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compression &amp; reconstruction of fault images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and depth estimation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swinging load in RGB frames from the Intel RealSense L515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validate a YOLO model (YOLO_swinging_load.pt) on a 30 s recording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an independent 5 s test recording and read out depth at the load centre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18872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0060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7556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Train/val: rgb_train_val_swingingload.avi → PNG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test_swingingload.avi → RGB frames + raw depth (.npy)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class: Payload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63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L515 video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73352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856232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56232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72384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255264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55264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Auto-annotate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(background subtraction)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54296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54296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 train / val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70448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053328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53328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52360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52360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depth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Script: Q1_ObjectDetection.py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annotation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B = per-pixel median over all grayscale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|I − B| smoothed with Gaussian (σ = 1.5)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with diff &gt; 55 marked as moving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(rope, shadows) removed: keep pixels within 70 px of the mean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= extent of remaining pixels → YOLO label (class 0, normalised cx, cy, w, 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training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train frames shuffled, 20 % held out for validation (seed 0)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data.yaml with train / val / test splits, 1 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model: yolo11n.pt (pretrained on COCO)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imgsz 640, batch 32, up to 100 epochs, early stopping patience 10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weights saved as YOLO_swinging_load.pt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3383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13533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55648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model.val() on the test split → precision, recall, mAP50, mAP50-95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most confident box per frame, conf ≥ 0.5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Depth: median of a 5×5 window around the box centre in the raw depth frame, × 0.00025 m/unit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Why automatic annotation: one moving object on a static background makes background subtraction reliable and saves manual labelling of hundreds of frames.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(a) — performance on the test set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0.887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100" dirty="0"/>
          </a:p>
        </p:txBody>
      </p:sp>
      <p:pic>
        <p:nvPicPr>
          <p:cNvPr id="13" name="Image 0" descr="/home/claude/deck/pr_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468880"/>
            <a:ext cx="4023360" cy="2194560"/>
          </a:xfrm>
          <a:prstGeom prst="rect">
            <a:avLst/>
          </a:prstGeom>
        </p:spPr>
      </p:pic>
      <p:pic>
        <p:nvPicPr>
          <p:cNvPr id="14" name="Image 1" descr="/home/claude/deck/cm_f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2468880"/>
            <a:ext cx="4023360" cy="21945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P and R reported at the F1-optimal confidence (0.52). Confusion matrix (conf 0.25): 147 detected, 3 missed, 6 false positives of 150 test frames.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(b) &amp; (c) — boxes, centres and depth</a:t>
            </a:r>
            <a:endParaRPr lang="en-US" sz="2800" dirty="0"/>
          </a:p>
        </p:txBody>
      </p:sp>
      <p:pic>
        <p:nvPicPr>
          <p:cNvPr id="5" name="Image 0" descr="/home/claude/deck/q1b_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8229600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926080"/>
            <a:ext cx="3931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85800" y="3090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Centre &amp; depth for all test frames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93008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detected in 147 of 150 frames (missed frames 101, 106, 107)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depth in 145 frames (0 = no L515 measurement)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2.73 – 3.86 m (median 3.16 m); the swing period is visible in both centre_x and depth</a:t>
            </a:r>
            <a:endParaRPr lang="en-US" sz="1200" dirty="0"/>
          </a:p>
        </p:txBody>
      </p:sp>
      <p:pic>
        <p:nvPicPr>
          <p:cNvPr id="9" name="Image 1" descr="/home/claude/deck/q1c_f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880360"/>
            <a:ext cx="4114800" cy="1783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Depth read from depth_raw/*.npy (not the depth video) to avoid colour-map quantisation. Full table: runs/q1c_center_depth.csv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 — load trajectory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19456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1737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load through every frame of test_swingingload.avi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trajectory in the image plane, as in the reference figure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88920" y="1188720"/>
            <a:ext cx="2514600" cy="3429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017520" y="13533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755648"/>
            <a:ext cx="20574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YOLO_swinging_load.pt frame by frame (conf ≥ 0.5)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load → keep the most confident box per frame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frame, time, centre (cx, cy), box size and confidence to trajectory.csv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cx vs. cy coloured by frame index (viridis) with a thin connecting line; y-axis inverted to match image coordinates</a:t>
            </a:r>
            <a:endParaRPr lang="en-US" sz="1200" dirty="0"/>
          </a:p>
        </p:txBody>
      </p:sp>
      <p:pic>
        <p:nvPicPr>
          <p:cNvPr id="11" name="Image 0" descr="/home/claude/deck/traj_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40680" y="1188720"/>
            <a:ext cx="3246120" cy="34290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Result: load detected in 150 of 150 frames (100 %) over 5.0 s; the trajectory traces the pendulum arc, with both swing directions overlapping. Script: Q2_ObjectTracking.py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Segmentation, tracking and counting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class chosen: COCO / person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with several people in the scene (pedestrians.mp4)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instance segmentation, (b) counting, (c) per-instance tracking, (d) counting inside a drawn region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tracker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yolo11n-seg.pt — pretrained on COCO-seg, no training needed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ByteTrack (persist=True) for stable IDs across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class 0 (person), conf ≥ 0.4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frame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model.track()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+ boxes + IDs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53158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136038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36038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count boxes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 unique IDs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31997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814877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14877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centre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(cx, cy)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310835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93715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93715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pointPolygonTest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region?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89674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72554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2554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region,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video out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Region = upper half of the frame, defined as a polygon so it scales with the video resolution. Script: Q3_MultiObjectSegmentation.py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5" name="Image 0" descr="/home/claude/deck/q3a_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1874520" cy="3246120"/>
          </a:xfrm>
          <a:prstGeom prst="rect">
            <a:avLst/>
          </a:prstGeom>
        </p:spPr>
      </p:pic>
      <p:pic>
        <p:nvPicPr>
          <p:cNvPr id="6" name="Image 1" descr="/home/claude/deck/q3b_f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68880" y="1188720"/>
            <a:ext cx="1874520" cy="32461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4988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56 and 106 of q3_output.mp4 — masks and IDs (blue), region (magenta), centre dot green = inside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234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49377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persons tracked over 217 frames (b)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93776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persons in scene at once (b)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34290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persons inside region (d)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432×768 px, 25 fps, 8.7 s. Highest ID assigned is 19 while 14 were confirmed: ByteTrack drops short-lived tracks, and occlusions cause a few ID switches.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— motor state of health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fault-classification-class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ML model to determine state of health of the motor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Train/val loss, confusion matrix, classification report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Compare with the class baseline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size, preprocessing: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Optimiser, learning rate, epochs, batch: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from class: ___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446520" y="118872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curves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0175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446520" y="301752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Comparison table (params, inference time, accuracy, precision, recall, F1) on the next slide or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— fusion, transfer, fine-tuning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Model fusion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pretrained backbones (MobileNetV2 + ___) as frozen feature extractors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concatenated → dense head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 Transfer learning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(ImageNet), frozen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→ BatchNorm → dense head trained on CIFAR-10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6364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Fine-tuning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top layers of the backbone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learning rate, continue training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images resized to 96×96, batch 64, up to 30 epochs, 10 % of train as validation, seed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Comparison table: accuracy · precision · recall · F1 · parameters · inference time for (a), (b), (c)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· Fill in the second backbone used in the fusion model and the fine-tuning details from the notebook.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 — compress and reconstruct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method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fault-classification-class, loaded as 64×64 grayscale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autoencoder: 4096 → latent 32 → 4096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50 epochs, batch 32, MSE reconstruction loss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10 random images per class: original, latent vector, reconstruction, error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3520440" y="118872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original → latent (32 values as bar/heat strip) → reconstruction, 10 images per class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342900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3520440" y="3429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or table: mean reconstruction error per class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 · Discuss which class reconstructs worst and why (higher-frequency texture, fewer samples, ...).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 trained on auto-annotated L515 frames: mAP50 = 0.92 (mAP50-95 = 0.31) on unseen test video; depth read at the box centre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9928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0992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recovered in 100 % of the 150 test frames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76856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768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COCO segmentation + ByteTrack: 14 persons tracked, up to 8 at once, region counting works without any training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84378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fault classifier: ___ % accuracy vs. baseline ___ 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410712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92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CIFAR-10 method: ___ (acc ___ %)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92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9776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with 32-D latent space: mean error ___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2026-09-29T13:05:39Z</dcterms:created>
  <dcterms:modified xsi:type="dcterms:W3CDTF">2026-09-29T13:05:39Z</dcterms:modified>
</cp:coreProperties>
</file>